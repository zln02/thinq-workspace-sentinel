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A500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나눔스퀘어라운드"/>
              </a:rPr>
              <a:t>ThinQ Workspace 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200" b="1">
                <a:solidFill>
                  <a:srgbClr val="3DDC97"/>
                </a:solidFill>
                <a:latin typeface="나눔스퀘어라운드"/>
              </a:rPr>
              <a:t>Pipeline (Data Engineer) 역할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나눔스퀘어라운드"/>
              </a:rPr>
              <a:t>W3~W6 · 모듈 · 진입점 · DoD · 의존 그래프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나눔스퀘어라운드"/>
              </a:rPr>
              <a:t>담당  박진영 (zln02) — PM 겸직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나눔스퀘어라운드"/>
              </a:rPr>
              <a:t>2026-06-02 · LG DX School 5기 · 5분 대기조 · v1.1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Pipeline (Data Eng)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p.1 / 6  ·  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DDC97"/>
                </a:solidFill>
                <a:latin typeface="나눔스퀘어라운드"/>
              </a:rPr>
              <a:t>담당 모듈 한눈에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2860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주 폴더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pipeline/simulator/ — 시뮬레이션 엔진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  · devices.py (8 가전 물리)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  · sensors.py (6 센서 + CO2→ACH 추정)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  · space.py (Wells-Riley PoI)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  · runner.py (5 시나리오 자동 실행)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2860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진입점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python -m pipeline.simulator.runner --scenario autumn_covid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pytest tests/smoke_scenarios.py -v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docs/_source/collect_voc.py (VOC 수집 재현)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4023360"/>
            <a:ext cx="1108252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965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W3~W6 핵심 PR (5건)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1088136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feat(pipe): 5 시나리오 fixture 저장 (재현성 보장)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feat(pipe): 시뮬 속도 조절 (1x / 60x / 600x)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feat(pipe): 실 CO2 센서 HTTP 인입 엔드포인트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perf(pipe): 시뮬 처리량 60 step/s → 200 step/s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test(pipe): locust 부하 테스트 (50 RPS / p95&lt;500ms)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Pipeline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p.2 / 6  ·  5 시나리오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DDC97"/>
                </a:solidFill>
                <a:latin typeface="나눔스퀘어라운드"/>
              </a:rPr>
              <a:t>5 시나리오 — 1등 대상감 핵심 증거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256032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시나리오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554480"/>
            <a:ext cx="13716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600200"/>
            <a:ext cx="1188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계절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554480"/>
            <a:ext cx="22860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0020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병원체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554480"/>
            <a:ext cx="164592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시작 PoI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554480"/>
            <a:ext cx="146304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600200"/>
            <a:ext cx="128016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종료 PoI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75520" y="1554480"/>
            <a:ext cx="1828800" cy="384048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1600200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나눔스퀘어라운드"/>
              </a:rPr>
              <a:t>감축율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938528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84248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winter_influenza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1984248"/>
            <a:ext cx="1188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겨울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1984248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Influenza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984248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30.2%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984248"/>
            <a:ext cx="128016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&lt;0.5%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1984248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98%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368296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spring_tb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368296"/>
            <a:ext cx="1188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2368296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TB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368296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24.7%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2368296"/>
            <a:ext cx="128016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&lt;0.5%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368296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98%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2706624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2752344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summer_norovirus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2752344"/>
            <a:ext cx="1188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여름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2752344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Norovirus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752344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38.1%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2752344"/>
            <a:ext cx="128016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&lt;0.5%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752344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99%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136392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autumn_covid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3136392"/>
            <a:ext cx="1188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가을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3136392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SARS-CoV-2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136392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33.6%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3136392"/>
            <a:ext cx="128016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&lt;0.5%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3136392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99%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3474720"/>
            <a:ext cx="11155680" cy="384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520440"/>
            <a:ext cx="23774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heatwave_norovirus_double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3520440"/>
            <a:ext cx="11887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폭염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3520440"/>
            <a:ext cx="21031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복합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3520440"/>
            <a:ext cx="146304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42.4%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3520440"/>
            <a:ext cx="128016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&lt;0.5%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3520440"/>
            <a:ext cx="1645920" cy="29260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나눔스퀘어라운드"/>
              </a:rPr>
              <a:t>99%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572000"/>
            <a:ext cx="73152" cy="17373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" y="4572000"/>
            <a:ext cx="11082528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1520" y="46451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DoD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5029200"/>
            <a:ext cx="10881360" cy="11887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5 시나리오 fixture (JSON) → tests/smoke_scenarios.py 게이트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재현성: 동일 random seed → 동일 PoI trace (소수점 3자리)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평균 감축율 ≥ 80% (실제 평균 98.6% → 충분히 통과)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Pipeline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p.3 / 6  ·  실 CO2 센서 인입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DDC97"/>
                </a:solidFill>
                <a:latin typeface="나눔스퀘어라운드"/>
              </a:rPr>
              <a:t>시연 Mode 2 — 라이브 센서 데이터 경로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1115568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10789920" cy="22311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# pipeline/simulator/ingest.py (NEW)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from fastapi import APIRouter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router = APIRouter()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/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@router.post("/api/v1/sensor/co2")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async def ingest_co2(payload: SensorReading):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"""ESP32 + SCD30 → POST { room_id, co2_ppm, ts }"""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# 1. 시뮬레이터 SpaceEnv 의 측정값을 실제값으로 오버라이드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space = SPACES[payload.room_id]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space.override_co2(payload.co2_ppm)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# 2. Tier 재계산 → SSE 즉시 push (1초 안에 대시보드 반영)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await broadcast_snapshot(space)</a:t>
            </a:r>
          </a:p>
          <a:p>
            <a:pPr algn="l"/>
            <a:r>
              <a:rPr sz="1000" b="0">
                <a:solidFill>
                  <a:srgbClr val="A7F3D0"/>
                </a:solidFill>
                <a:latin typeface="나눔고딕코딩"/>
              </a:rPr>
              <a:t>    return {"ok": True}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73152" cy="21945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402336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9651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하드웨어 (예산 5만원)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ESP32 DevKit V1 (10,000원)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Sensirion SCD30 또는 SCD41 (40,000원)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점퍼 와이어 + 마이크로 USB (3,000원)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총 53,000원 / 2대 분량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73152" cy="21945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91072" y="402336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9651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소프트웨어 (재시도 보장)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48056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ESP32 Arduino sketch: WiFi 재연결 + 5초 재시도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mqtt 또는 HTTP POST 둘 다 지원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/api/v1/sensor/health 헬스체크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시뮬 모드로 자동 폴백 (센서 끊김 시)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Pipeline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p.4 / 6  ·  VOC 수집·LDA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DDC97"/>
                </a:solidFill>
                <a:latin typeface="나눔스퀘어라운드"/>
              </a:rPr>
              <a:t>VOC 626건 — BX 데이터 신뢰성 5점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01168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재현 가능한 수집 파이프라인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4630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docs/legal/ppt/_source/collect_voc.py — 네이버 4 채널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· 뉴스 / 카페 / 지식인 / 블로그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· 검색어: 요양병원 감염, 집단감염, 면회 불안, 인력 부족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· 결과: voc_raw.jsonl (626건, 220KB) — git LFS 권장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73152" cy="256032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657600"/>
            <a:ext cx="11082528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3075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LDA 5 토픽 분석 (lda_analysis.py)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881360" cy="20116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1. Kiwi 형태소 분석기로 명사/형용사 추출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2. CountVectorizer (min_df=3, max_df=0.7)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3. LDA n_topics=5 (perplexity 안정점)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4. 토픽: 실내공기질·감염확산·인력부담·면회불안·다중시설예방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5. lda_result.json + topic-doc 매핑 저장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Pipeline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p.5 / 6  ·  의존 그래프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DDC97"/>
                </a:solidFill>
                <a:latin typeface="나눔스퀘어라운드"/>
              </a:rPr>
              <a:t>의존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나를 막는 의존 (UPSTREAM)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DevOps: TimescaleDB hypertable 스키마 (W1)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실 센서 HW 도착 (W4 발주 → W5 도착)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 모델 quanta 보정값 (W2)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1554480"/>
            <a:ext cx="5413248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27632"/>
            <a:ext cx="521208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내가 막는 의존 (DOWNSTREAM)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212080" cy="16459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Backend: 5 시나리오 fixture (W2)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Frontend: snapshot JSON 스키마 (W2)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ML: PoI 보정 데이터 (실측 ↔ 시뮬 비교)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73152" cy="22860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" y="3931920"/>
            <a:ext cx="11082528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0507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진행 체크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10881360" cy="17373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주 1회 박정빈과 인프라 싱크 (TimescaleDB 인덱스 튜닝)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주 1회 박진영과 ML 싱크 (PoI 보정 / quanta 값)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PR 본문에 fixture 변경 명시 (BREAKING으로)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640080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나눔스퀘어라운드"/>
              </a:rPr>
              <a:t>ThinQ Workspace Sentinel — Pipeline 역할 가이드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73152"/>
            <a:ext cx="3840480" cy="36576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나눔스퀘어라운드"/>
              </a:rPr>
              <a:t>p.6 / 6  ·  시연일 체크리스트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48640"/>
            <a:ext cx="12191695" cy="54864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나눔스퀘어라운드"/>
              </a:rPr>
              <a:t>github.com/zln02/thinq-workspace-sentinel  ·  2026-06-02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2800" b="1">
                <a:solidFill>
                  <a:srgbClr val="3DDC97"/>
                </a:solidFill>
                <a:latin typeface="나눔스퀘어라운드"/>
              </a:rPr>
              <a:t>시연 D-Day Pipeline 책임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73152" cy="18288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55448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2763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시연 1시간 전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pytest tests/smoke_scenarios.py 5/5 통과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CO2 센서 2대 배터리 풀충 + 캘리브레이션 (400ppm 영점)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WiFi 접속 + HTTP POST 1회 테스트 (laptop 폴백 가능)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시뮬 처리량 ≥ 60 step/s (locust 1회)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73152" cy="182880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566160"/>
            <a:ext cx="1108252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39312"/>
            <a:ext cx="10881360" cy="3657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DDC97"/>
                </a:solidFill>
                <a:latin typeface="나눔스퀘어라운드"/>
              </a:rPr>
              <a:t>백업 (Plan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0881360" cy="128016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센서 1대 fail → 예비 1대 즉시 교체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WiFi 끊김 → ESP32 → laptop 직결 (USB serial)</a:t>
            </a:r>
          </a:p>
          <a:p>
            <a:pPr algn="l"/>
            <a:r>
              <a:rPr sz="1200" b="0">
                <a:solidFill>
                  <a:srgbClr val="0F172A"/>
                </a:solidFill>
                <a:latin typeface="나눔스퀘어라운드"/>
              </a:rPr>
              <a:t>• 센서 둘 다 fail → 사전 녹화 영상 즉시 재생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669280"/>
            <a:ext cx="11155680" cy="54864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3DDC97"/>
                </a:solidFill>
                <a:latin typeface="나눔스퀘어라운드"/>
              </a:rPr>
              <a:t>"내 책임은 라이브 센서 임팩트 1포인트를 죽지 않게 하는 것"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