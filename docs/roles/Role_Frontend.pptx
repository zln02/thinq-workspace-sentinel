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나눔스퀘어라운드"/>
              </a:rPr>
              <a:t>ThinQ Workspace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>
                <a:solidFill>
                  <a:srgbClr val="3FA9F5"/>
                </a:solidFill>
                <a:latin typeface="나눔스퀘어라운드"/>
              </a:rPr>
              <a:t>Frontend 역할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나눔스퀘어라운드"/>
              </a:rPr>
              <a:t>W3~W6 · 모듈 · 진입점 · DoD · 의존 그래프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나눔스퀘어라운드"/>
              </a:rPr>
              <a:t>담당  윤재영 (dsadsa2311245)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나눔스퀘어라운드"/>
              </a:rPr>
              <a:t>2026-06-02 · LG DX School 5기 · 5분 대기조 · 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Frontend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p.1 / 6  · 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FA9F5"/>
                </a:solidFill>
                <a:latin typeface="나눔스퀘어라운드"/>
              </a:rPr>
              <a:t>담당 모듈 한눈에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주 폴더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frontend/app/ — Next.js 14 App Router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  · admin/ (관리자 + 페르소나 토글)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  · demo/ (자동 시뮬 SSE 스트림)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  · mobile/ (간병인/보호자 PWA)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frontend/components/ — RoomCard, FloorPlan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진입점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cd frontend &amp;&amp; npm install &amp;&amp; npm run dev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http://localhost:3000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tailwind.config.js — Tier 색상 5종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W3~W6 핵심 PR (5건)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feat(fe): admin 페이지 풀 평면도 + 12 RoomCard 그리드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feat(fe): 페르소나 토글 (ICN / Director / FM) 뷰 분기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feat(fe): mobile PWA + Web Push (보호자 김할머니 뷰)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feat(fe): PT 대시보드 위젯 6칸 (KPI 라이브)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a11y(fe): Lighthouse 90+ 폴리싱 + 한국어 스크린리더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Frontend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p.2 / 6  ·  RoomCard 컴포넌트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FA9F5"/>
                </a:solidFill>
                <a:latin typeface="나눔스퀘어라운드"/>
              </a:rPr>
              <a:t>RoomCard — Tier 신호등 + 라이브 환경값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926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77977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// frontend/components/RoomCard.tsx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import { TIER_META } from "@/lib/tier";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export default function RoomCard({ snapshot }: { snapshot: Snapshot }) {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const tier = TIER_META[snapshot.tier];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return (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&lt;div className={`rounded-xl border-2 p-4 ${tier.bg} ${tier.border}`}&gt;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&lt;div className="flex justify-between"&gt;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&lt;h3 className="font-bold"&gt;{snapshot.room_id}&lt;/h3&gt;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&lt;span className={tier.text}&gt;{tier.label}&lt;/span&gt;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&lt;/div&gt;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&lt;p&gt;PoI &lt;b&gt;{(snapshot.poi*100).toFixed(1)}%&lt;/b&gt;&lt;/p&gt;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&lt;Mini value={snapshot.co2} unit="ppm" /&gt;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&lt;Mini value={snapshot.rh} unit="%RH" /&gt;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&lt;Mini value={snapshot.temp} unit="°C" /&gt;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&lt;Mini value={snapshot.ach} unit="ACH" /&gt;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&lt;/div&gt;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);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17720"/>
            <a:ext cx="73152" cy="164592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617720"/>
            <a:ext cx="110825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9087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DoD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108813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5 Tier 색상 정확 (MONITOR 초록 → CRITICAL 빨강)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60 FPS 유지 (12 카드 × SSE 1Hz)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키보드 포커스 + 스크린리더 검증 (a11y)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Frontend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p.3 / 6  ·  페르소나 토글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FA9F5"/>
                </a:solidFill>
                <a:latin typeface="나눔스퀘어라운드"/>
              </a:rPr>
              <a:t>3 페르소나 뷰 분기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2860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페르소나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554480"/>
            <a:ext cx="32004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600200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관심 데이터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554480"/>
            <a:ext cx="27432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00200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주 화면 요소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554480"/>
            <a:ext cx="292608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600200"/>
            <a:ext cx="2743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시연 시 강조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938528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8424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이정희 (ICN)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984248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병원 전체 위험도 + 보고서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984248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평면도 + Tier 통계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84248"/>
            <a:ext cx="2743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"한 화면에 다 보여요"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368296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박원장 (Director)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368296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ROI + 수가 회수율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368296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PT 대시보드 6 위젯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368296"/>
            <a:ext cx="2743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"숫자가 결재를 도와요"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06624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52344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장혁준 (FM)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752344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가전 제어 + 알람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752344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제어 콘솔 + 알람 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752344"/>
            <a:ext cx="2743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"사람 없이 자동 대응"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136392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최주임 (간병)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136392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담당 3 병실 (mobile)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136392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PWA 3 카드 + 푸시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136392"/>
            <a:ext cx="2743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"폰만 보면 됨"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74720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52044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김할머니 보호자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520440"/>
            <a:ext cx="30175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면회 안전지표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520440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mobile 안심 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520440"/>
            <a:ext cx="274320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"멀리서도 안심"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29200"/>
            <a:ext cx="73152" cy="128016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" y="5029200"/>
            <a:ext cx="1108252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10235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DoD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486400"/>
            <a:ext cx="1088136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5 페르소나 URL 직접 진입 가능 (/admin?persona=icn 등)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심사위원이 1초 안에 다른 페르소나로 전환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Frontend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p.4 / 6  ·  모바일 PWA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FA9F5"/>
                </a:solidFill>
                <a:latin typeface="나눔스퀘어라운드"/>
              </a:rPr>
              <a:t>간병인·보호자 PWA + Web Push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간병인 뷰 (/mobile/caregiver)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담당 3 병실 풀 카드 (큰 글씨 / 60+ 사용성)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SSE 통해 실시간 Tier 변화 알림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한 손 조작 (FAB 버튼 으로 환기 ON)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배터리 절약 모드 (5초 폴링 fallback)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보호자 뷰 (/mobile/family)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김할머니 = 4호실 안전지표 1장 (단순)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PoI 5% 이하 → "지금 안전" 초록 메시지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PoI 격상 시 푸시 ("환기 자동 진행 중")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QR 코드로 즉시 접속 (도메인 sentinel-demo.app)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PWA 설정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next-pwa 라이브러리 + manifest.json + sw.js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Web Push API (FCM 호환) — 보호자 푸시 3종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Lighthouse PWA 100점 / Performance 90+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시연 시 본인 폰에 설치 (홈 화면 아이콘 보여주기)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Frontend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p.5 / 6  ·  PT 대시보드 위젯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FA9F5"/>
                </a:solidFill>
                <a:latin typeface="나눔스퀘어라운드"/>
              </a:rPr>
              <a:t>Performance Tracker 6 위젯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2860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위젯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554480"/>
            <a:ext cx="256032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600200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데이터 소스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554480"/>
            <a:ext cx="27432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600200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시각화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56616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00200"/>
            <a:ext cx="33832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라이브 갱신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938528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8424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좌상 PoI 감축율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984248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/kpi/poi-reduction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984248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대형 숫자 + 막대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84248"/>
            <a:ext cx="33832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SSE 1Hz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368296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중상 API p95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368296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/kpi/api-p95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368296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게이지 (0~500ms)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68296"/>
            <a:ext cx="33832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폴링 5s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06624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52344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우상 F1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75234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/kpi/f1-score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752344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카드 + 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52344"/>
            <a:ext cx="33832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136392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좌하 시뮬 처리량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136392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/kpi/sim-throughput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136392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스파크라인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136392"/>
            <a:ext cx="33832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SSE 1Hz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74720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52044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중하 LTV/CAC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520440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/kpi/ltv-cac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520440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도넛 차트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520440"/>
            <a:ext cx="33832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정적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90448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우하 정부 ROI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3904488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/kpi/government-roi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3904488"/>
            <a:ext cx="25603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도넛 차트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904488"/>
            <a:ext cx="338328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정적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29200"/>
            <a:ext cx="73152" cy="128016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" y="5029200"/>
            <a:ext cx="1108252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0235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DoD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486400"/>
            <a:ext cx="1088136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6 위젯 동시 렌더 + 60 FPS 유지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심사위원 시야에서 한 번에 6 위젯 다 보임 (배치)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Frontend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p.6 / 6  ·  시연일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FA9F5"/>
                </a:solidFill>
                <a:latin typeface="나눔스퀘어라운드"/>
              </a:rPr>
              <a:t>시연 D-Day Frontend 책임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시연 1시간 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Vercel 프로덕션 URL 200 OK + SSL 인증서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Lighthouse PWA 100 + Performance 90+ 재측정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본인 폰 + 심사위원 폰 (안드/iOS 둘 다) 시연 테스트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한국어 폰트 (나눔/Pretendard) 다 로드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73152" cy="1828800"/>
          </a:xfrm>
          <a:prstGeom prst="rect">
            <a:avLst/>
          </a:prstGeom>
          <a:solidFill>
            <a:srgbClr val="3FA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56616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FA9F5"/>
                </a:solidFill>
                <a:latin typeface="나눔스퀘어라운드"/>
              </a:rPr>
              <a:t>백업 (Plan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Vercel 다운 시: 로컬 next build &amp;&amp; next start (백업 노트북)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SSE 끊김 시: polling 5초 fallback 자동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폰트 깨짐 시: system font 강제 + 영문 메시지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3FA9F5"/>
                </a:solidFill>
                <a:latin typeface="나눔스퀘어라운드"/>
              </a:rPr>
              <a:t>"내 책임은 심사위원이 1초 안에 화면을 이해하게 만드는 것"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