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나눔스퀘어라운드"/>
              </a:rPr>
              <a:t>ThinQ Workspace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나눔스퀘어라운드"/>
              </a:rPr>
              <a:t>DevOps / QA 역할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나눔스퀘어라운드"/>
              </a:rPr>
              <a:t>W3~W6 · 모듈 · 진입점 · DoD · 의존 그래프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나눔스퀘어라운드"/>
              </a:rPr>
              <a:t>2026-06-02 · LG DX School 5기 · 5분 대기조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DevOps / QA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p.1 / 6  · 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나눔스퀘어라운드"/>
              </a:rPr>
              <a:t>담당 모듈 한눈에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주 폴더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infra/ — docker-compose · monitoring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.github/ — workflows (ci.yml, deploy.yml)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tests/ — smoke + 부하 테스트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시연 인프라 (Vercel·도메인·LTE 라우터)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진입점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docker compose -f infra/docker-compose.dev.yml up -d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gh workflow list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locust -f tests/load_locust.py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W3~W6 핵심 PR (5건)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feat(infra): TimescaleDB hypertable + retention 정책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feat(ci): prometheus + grafana 데모 컨테이너 추가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feat(infra): Vercel 프로덕션 배포 + 도메인 연결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feat(qa): locust 부하 테스트 (50 RPS / p95&lt;500ms)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docs(infra): 시연 인프라 다이어그램 + 백업 매뉴얼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DevOps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p.2 / 6  ·  CI/CD 안정화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나눔스퀘어라운드"/>
              </a:rPr>
              <a:t>CI 3잡 그린 100% 유지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2860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Job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554480"/>
            <a:ext cx="18288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600200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실행 시간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554480"/>
            <a:ext cx="32004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00200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체크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554480"/>
            <a:ext cx="384048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600200"/>
            <a:ext cx="3657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실패 시 대응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938528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8424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984248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~25s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984248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ruff + smoke 5/5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1984248"/>
            <a:ext cx="3657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ruff --fix 후 푸시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368296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368296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~80s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368296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next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368296"/>
            <a:ext cx="3657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pnpm-lock conflict 해소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06624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52344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secret-scan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752344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~5s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75234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.env 차단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2752344"/>
            <a:ext cx="36576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즉시 secret 회전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657600"/>
            <a:ext cx="73152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" y="3657600"/>
            <a:ext cx="1108252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73075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CI 게이트 (W3부터 추가)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114800"/>
            <a:ext cx="1088136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p95 latency 게이트 (선택): locust 헤드리스 + threshold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Lighthouse PWA score ≥ 90 (frontend job 확장)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coverage ≥ 70% (pytest-cov)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Docker image size ≤ 200MB (Dockerfile 검증)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CodeQL 보안 스캔 (PR 만 / weekly)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DevOps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p.3 / 6  ·  인프라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나눔스퀘어라운드"/>
              </a:rPr>
              <a:t>시연 인프라 다이어그램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시연 배치 (예산 30만원)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발표장 노트북 (메인) ← Vercel Edge SSE 푸시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CO2 센서 2대 (라이브 시연 + 예비) → ESP32 → WiFi → API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27인치 모니터 (중고) ← 노트북 HDMI 듀얼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LTE Pocket WiFi ← 발표장 WiFi 백업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377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840480"/>
            <a:ext cx="110825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13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프로덕션 인프라 (장기)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881360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GCP e2-standard-2 (uis-capstone 공유) — TimescaleDB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Redis 7 (캐시 + Pub/Sub)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Vercel (프론트) + Cloudflare (도메인 DNS)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GitHub Actions (CI/CD) + Codecov (coverage)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Prometheus + Grafana (메트릭) — 시연 PT 위젯 데이터 소스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DevOps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p.4 / 6  ·  보안 &amp; ISMS-P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나눔스퀘어라운드"/>
              </a:rPr>
              <a:t>ISMS-P 인증 심사 대비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필수 통제 항목 (B2G 납품)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암호화: TLS 1.3 (전송) + AES-256 (저장)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인증: OAuth 2.0 + JWT (refresh 회전)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감사 로그: TimescaleDB 보존 5년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개인정보: 거주자 식별자 = 가명화 (가-001)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점검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secret-scan (CI 매 PR)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CodeQL (weekly)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Dependabot (월 1회)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Trivy (Docker image scan)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발표 활용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docs/legal/nursing_home_compliance_matrix.md 9 법령 매트릭스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심사위원 "보안 어떻게?" → ISMS-P 통제 7개 즉답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GitHub Security 탭 스크린샷 (PT 부록)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DevOps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p.5 / 6  ·  의존 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나눔스퀘어라운드"/>
              </a:rPr>
              <a:t>의존 — DevOps는 모두를 막거나 풀어준다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내가 막는 의존 (모든 모듈)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모두: CI 빨강 → 머지 못 함 (즉시 해소)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모두: docker compose 안 뜨면 개발 못 함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Backend: TimescaleDB 스키마 (W1)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Frontend: Vercel 배포 (W3)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나를 막는 의존 (없음 — 독립)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DevOps는 W1부터 그린 유지 책임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다른 모듈 작업 진행과 무관하게 인프라 안정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시연 인프라는 박진영 PM과 협업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931920"/>
            <a:ext cx="1108252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0507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주간 회의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88136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월요일 W-1 회고 + 인프라 이슈 트라이지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금요일 회고 (배포·CI·메트릭 회고)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Slack #sentinel-dev — CI 빨강 즉시 알림 (webhook)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DevOps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p.6 / 6  ·  시연일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나눔스퀘어라운드"/>
              </a:rPr>
              <a:t>시연 D-Day DevOps 책임 — 무사고 보장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시연 1시간 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메인 노트북 + 예비 노트북 둘 다 부팅 + docker up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Vercel 프로덕션 + 도메인 SSL 인증서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LTE 라우터 데이터 충분 + WiFi 신호 강도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Grafana 대시보드 라이브 메트릭 노출 확인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백업 영상 (Mode 1·3) USB 2벌 + 클라우드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56616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나눔스퀘어라운드"/>
              </a:rPr>
              <a:t>백업 (Plan B/C)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Plan B: 메인 노트북 다운 → 예비 노트북 즉시 전환 (1분)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Plan C: 두 노트북 다 다운 → 사전 녹화 영상 풀 재생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센서 끊김 시: Pipeline과 합의된 신호로 시뮬 즉시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나눔스퀘어라운드"/>
              </a:rPr>
              <a:t>"내 책임은 시연 중 단 1초도 검은 화면 안 보이게 하는 것"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