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A50034"/>
                </a:solidFill>
                <a:latin typeface="나눔스퀘어라운드"/>
              </a:rPr>
              <a:t>Backend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backend/api/ — FastAPI 라우터 (main.py, sse.py)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backend/services/ — smart_protocol.py, thinq_mock.py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tests/ — pytest + smoke_scenarios.py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uvicorn backend.api.main:app --reload --port 8003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http://localhost:8003/docs (Swagger UI)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curl http://localhost:8003/health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Smart Protocol 8 가전 × Tier 5 정책 매트릭스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SSE 안정화 + p95&lt;200ms (Prometheus Histogram)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증빙 PDF 자동 잡 (ISMS-P 감사 trail)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KPI 위젯 API (/api/v1/kpi/*) — PT 대시보드 데이터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perf(be): Redis 캐싱 + DB connection pool 튜닝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Smart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Smart Protocol — 8 가전 × 5 Tier 정책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596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backend/services/smart_protocol.py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PATHOGEN_POLICY = 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"COVID-19": 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"CRITICAL": [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"VENTILATOR", "action": "MAX"},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"AIR_PURIFIER", "action": "MAX"},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"AIR_CONDITIONER", "action": "DEHUMIDIFY"},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"DEHUMIDIFIER", "action": "ON"},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],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"ALERT": [...], "CAUTION": [...], "MONITOR": [...]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"Influenza": {...}, "TB": {...}, "Norovirus": {...},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"RSV": {...}, "Pneumococcus": {...}, "CDI": {...}, "Scabies": {...}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}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/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async def execute_protocol(pathogen, tier, season, devices):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actions = plan_actions(pathogen, tier, season)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await asyncio.gather(*[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thinq_mock.post_device_control(d, a) for d, a in actions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])  # ← 8 가전 동시 (p95&lt;500ms)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43484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DoD — 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8 가전 × 5 Tier × 8 병원체 = 320 정책 entry 모두 정의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동시 호출 p95 &lt; 500ms (locust 50 RPS 검증)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pytest 단위 테스트 24건 + 통합 8건 통과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계절 보정 (winter/summer/spring/autumn)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SSE 실시간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SSE — Mode 2 라이브 시연 엔진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560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4140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backend/api/sse.py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@router.get("/stream/demo/{scenario}")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async def demo_stream(scenario: str, speed: int = 60,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           total_minutes: int = 120):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async def gen():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yield "event: init\ndata: {...}\n\n"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async for snapshot in runner.run(scenario, total_minutes):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t0 = time.perf_counter()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yield f"event: snapshot\ndata: {json.dumps(snapshot)}\n\n"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SSE_LATENCY.observe(time.perf_counter() - t0)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yield "event: done\ndata: {}\n\n"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StreamingResponse(gen(), media_type="text/event-stream")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73152" cy="20116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206240"/>
            <a:ext cx="54132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7939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시연 시 측정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21208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p95 push latency: 목표 &lt; 200ms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연결 동시 30개 (심사위원 디바이스 분산)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재연결 백오프 (1s → 2s → 5s)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73152" cy="20116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4206240"/>
            <a:ext cx="54132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7939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주의점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21208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CORS는 dev에서 자동, prod는 .env로 화이트리스트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asyncpg 연결은 pool로 (개별 connect 금지)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EventSource 6 connection 브라우저 제한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KPI 위젯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Performance Tracker 6 위젯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54480"/>
            <a:ext cx="219456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응답 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554480"/>
            <a:ext cx="36576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데이터 소스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554480"/>
            <a:ext cx="301752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600200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프론트 위젯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/kpi/poi-reduction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84248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&lt;100ms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984248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TimescaleDB 일별 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84248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좌상단 막대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/kpi/api-p95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368296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&lt;50ms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368296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Prom histogram quantile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368296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중상 게이지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/kpi/f1-score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52344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752344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ml/forecaster 모델카드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752344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우상 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/kpi/sim-throughput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136392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&lt;100ms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136392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runner 메트릭 카운터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136392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좌하 스파크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204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/kpi/ltv-cac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520440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520440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docs/business/pricing 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520440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중하 도넛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/kpi/government-roi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904488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8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연 수가 / 월 구독료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904488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우하 도넛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" y="5029200"/>
            <a:ext cx="110825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023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DoD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86400"/>
            <a:ext cx="108813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6 endpoint p95 &lt; 100ms (정적 KPI는 &lt; 50ms)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응답 스키마 OpenAPI 등록 + 프론트 typegen 호환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누가 나를 막고 / 내가 누구를 막나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나를 막는 의존 (UPSTREAM)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 (이우형): 5 시나리오 fixture (W2 시점)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 (박진영): UIS XGBoost 모델 export (W2)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 (박정빈): TimescaleDB hypertable 스키마 (W1)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내가 막는 의존 (DOWNSTREAM)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SSE 응답 형식 변경 시 즉시 공유 필요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KPI 위젯 API 6종 (W4 끝까지)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DevOps: prometheus 메트릭 라벨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커뮤니케이션 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API 스펙 변경 → PR 본문에 BREAKING CHANGE 명시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이벤트 타입 추가 → Slack #sentinel-dev 사전 공지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응답 latency 회귀 → CI에 p95 게이트 추가 (선택)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시연 D-Day Backend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docker compose -f infra/docker-compose.dev.yml up -d (재시작)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curl http://localhost:8003/health → status:ok 확인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/api/v1/stream/demo/autumn_covid?speed=60x 200 OK 확인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Prom 메트릭 페이지에서 sentinel_* 라벨 노출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백업 (Plan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끊김 시: 폴백 polling으로 자동 전환 (frontend useEffect)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DB 다운 시: 사전 캐시한 5 시나리오 결과 (Redis) 사용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네트워크 끊김 시: localhost-only 모드 (Vercel 대신 노트북 자체)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A50034"/>
                </a:solidFill>
                <a:latin typeface="나눔스퀘어라운드"/>
              </a:rPr>
              <a:t>"내 책임은 시연 중 단 한 번도 500 에러 안 내는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